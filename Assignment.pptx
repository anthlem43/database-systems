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a" ContentType="audio/x-ms-wm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8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0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3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5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0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7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5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9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9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5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84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0499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85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81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87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09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9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CCB4C3C-467E-44E9-83FA-7FAE8A8C1B4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5AD95-32A0-400F-B197-3683AC47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185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82687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Supermarket System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05075"/>
            <a:ext cx="9144000" cy="2752725"/>
          </a:xfrm>
        </p:spPr>
        <p:txBody>
          <a:bodyPr/>
          <a:lstStyle/>
          <a:p>
            <a:pPr algn="l"/>
            <a:r>
              <a:rPr lang="en-US" dirty="0" smtClean="0"/>
              <a:t>Possible databases in this systems in this area.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Inventory management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Sales &amp; billing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Supplier management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Employee management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Customer Loyalty System.</a:t>
            </a:r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3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68"/>
    </mc:Choice>
    <mc:Fallback>
      <p:transition spd="slow" advTm="48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Customer Loyalty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Purpose</a:t>
            </a:r>
          </a:p>
          <a:p>
            <a:r>
              <a:rPr lang="en-US" dirty="0" smtClean="0"/>
              <a:t>Register customers.</a:t>
            </a:r>
          </a:p>
          <a:p>
            <a:r>
              <a:rPr lang="en-US" dirty="0" smtClean="0"/>
              <a:t>Track their purchases.</a:t>
            </a:r>
          </a:p>
          <a:p>
            <a:r>
              <a:rPr lang="en-US" dirty="0" smtClean="0"/>
              <a:t>Award loyalty points.</a:t>
            </a:r>
          </a:p>
          <a:p>
            <a:r>
              <a:rPr lang="en-US" dirty="0" smtClean="0"/>
              <a:t>Allow redemption of points.	</a:t>
            </a:r>
          </a:p>
          <a:p>
            <a:pPr marL="0" indent="0">
              <a:buNone/>
            </a:pPr>
            <a:r>
              <a:rPr lang="en-US" b="1" u="sng" dirty="0" smtClean="0"/>
              <a:t>Business case for the system</a:t>
            </a:r>
          </a:p>
          <a:p>
            <a:r>
              <a:rPr lang="en-US" dirty="0" smtClean="0"/>
              <a:t>Users of the system.</a:t>
            </a:r>
          </a:p>
          <a:p>
            <a:r>
              <a:rPr lang="en-US" dirty="0" smtClean="0"/>
              <a:t>Customers(earn &amp; redeem points)</a:t>
            </a:r>
          </a:p>
          <a:p>
            <a:r>
              <a:rPr lang="en-US" dirty="0" smtClean="0"/>
              <a:t>Cashiers(Record purchases)</a:t>
            </a:r>
          </a:p>
          <a:p>
            <a:r>
              <a:rPr lang="en-US" dirty="0" smtClean="0"/>
              <a:t>Managers(analyze customer behavior and loyalty trends).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02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3351"/>
            <a:ext cx="9144000" cy="12382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Reasons for choosing Customer loyalty System.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76425"/>
            <a:ext cx="9144000" cy="338137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Helps supermarkets retain customers &amp; increase repeat purchase.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Involves multiple entities(customers, transactions) making it good for database design.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Allows implementation of real world features like points</a:t>
            </a:r>
            <a:r>
              <a:rPr lang="en-US" smtClean="0"/>
              <a:t>, </a:t>
            </a:r>
            <a:r>
              <a:rPr lang="en-US" smtClean="0"/>
              <a:t>rewards &amp; discounts</a:t>
            </a:r>
            <a:r>
              <a:rPr lang="en-US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Supports data analysis which improves decision making.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More interesting and slightly advanced compared to basic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6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of benefits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 smtClean="0"/>
              <a:t>Tangible benefits</a:t>
            </a:r>
            <a:endParaRPr lang="en-US" b="1" u="sn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Increases sales due to repeated customers.</a:t>
            </a:r>
          </a:p>
          <a:p>
            <a:r>
              <a:rPr lang="en-US" dirty="0" smtClean="0"/>
              <a:t>Better tracking of customer spending.</a:t>
            </a:r>
          </a:p>
          <a:p>
            <a:r>
              <a:rPr lang="en-US" dirty="0" smtClean="0"/>
              <a:t>Improved marketing strategies based on data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u="sng" dirty="0" smtClean="0"/>
              <a:t>Intangible benefits</a:t>
            </a:r>
            <a:endParaRPr lang="en-US" b="1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Improved customer satisfaction</a:t>
            </a:r>
          </a:p>
          <a:p>
            <a:r>
              <a:rPr lang="en-US" dirty="0" smtClean="0"/>
              <a:t>Strong customer loyalty to the supermarket.</a:t>
            </a:r>
          </a:p>
          <a:p>
            <a:r>
              <a:rPr lang="en-US" dirty="0" smtClean="0"/>
              <a:t>Better brand reputation.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2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of costs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 smtClean="0"/>
              <a:t>Tangible</a:t>
            </a:r>
            <a:endParaRPr lang="en-US" b="1" u="sn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Cost of developing the database system.</a:t>
            </a:r>
          </a:p>
          <a:p>
            <a:r>
              <a:rPr lang="en-US" dirty="0" smtClean="0"/>
              <a:t>Hardware(computers, servers)</a:t>
            </a:r>
          </a:p>
          <a:p>
            <a:r>
              <a:rPr lang="en-US" dirty="0" smtClean="0"/>
              <a:t>Maintenance costs.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u="sng" dirty="0" smtClean="0"/>
              <a:t>Intangible</a:t>
            </a:r>
            <a:endParaRPr lang="en-US" b="1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Training staff to build the system</a:t>
            </a:r>
          </a:p>
          <a:p>
            <a:r>
              <a:rPr lang="en-US" dirty="0" smtClean="0"/>
              <a:t>Time required to implement the system</a:t>
            </a:r>
          </a:p>
          <a:p>
            <a:r>
              <a:rPr lang="en-US" dirty="0" smtClean="0"/>
              <a:t>Possible resistance to change by employee.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04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00101"/>
            <a:ext cx="8825658" cy="1485900"/>
          </a:xfrm>
        </p:spPr>
        <p:txBody>
          <a:bodyPr/>
          <a:lstStyle/>
          <a:p>
            <a:r>
              <a:rPr lang="en-US" dirty="0" smtClean="0"/>
              <a:t>Entities.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2438400"/>
            <a:ext cx="8825658" cy="3200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59" y="2438400"/>
            <a:ext cx="390211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7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71282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Tables.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921638"/>
            <a:ext cx="5283472" cy="120021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146" y="1927989"/>
            <a:ext cx="5029458" cy="11938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3190240"/>
            <a:ext cx="4356324" cy="14859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79" y="3260093"/>
            <a:ext cx="4699242" cy="13462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770830"/>
            <a:ext cx="4578585" cy="10668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472" y="4713676"/>
            <a:ext cx="3492679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Entity Relationship Diagram.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988691"/>
            <a:ext cx="8038574" cy="4231134"/>
          </a:xfrm>
        </p:spPr>
      </p:pic>
    </p:spTree>
    <p:extLst>
      <p:ext uri="{BB962C8B-B14F-4D97-AF65-F5344CB8AC3E}">
        <p14:creationId xmlns:p14="http://schemas.microsoft.com/office/powerpoint/2010/main" val="270029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7175"/>
            <a:ext cx="9144000" cy="1609725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14600"/>
            <a:ext cx="9144000" cy="2743200"/>
          </a:xfrm>
        </p:spPr>
        <p:txBody>
          <a:bodyPr/>
          <a:lstStyle/>
          <a:p>
            <a:pPr algn="l"/>
            <a:r>
              <a:rPr lang="en-US" dirty="0" smtClean="0"/>
              <a:t>The system of customer loyalty system is important in the supermarket project because it improves the system’s efficiency, boosts customer loyalty and supports business growth.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497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185</TotalTime>
  <Words>227</Words>
  <Application>Microsoft Office PowerPoint</Application>
  <PresentationFormat>Widescreen</PresentationFormat>
  <Paragraphs>47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Century Gothic</vt:lpstr>
      <vt:lpstr>Wingdings 3</vt:lpstr>
      <vt:lpstr>Ion</vt:lpstr>
      <vt:lpstr>Supermarket System.</vt:lpstr>
      <vt:lpstr>Customer Loyalty System</vt:lpstr>
      <vt:lpstr>Reasons for choosing Customer loyalty System.</vt:lpstr>
      <vt:lpstr>Analysis of benefits</vt:lpstr>
      <vt:lpstr>Analysis of costs</vt:lpstr>
      <vt:lpstr>Entities.</vt:lpstr>
      <vt:lpstr>Tables.</vt:lpstr>
      <vt:lpstr>Entity Relationship Diagram.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System.</dc:title>
  <dc:creator>USER</dc:creator>
  <cp:lastModifiedBy>USER</cp:lastModifiedBy>
  <cp:revision>10</cp:revision>
  <dcterms:created xsi:type="dcterms:W3CDTF">2026-05-06T11:38:06Z</dcterms:created>
  <dcterms:modified xsi:type="dcterms:W3CDTF">2026-05-06T17:32:18Z</dcterms:modified>
</cp:coreProperties>
</file>